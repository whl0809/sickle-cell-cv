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9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9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01:25:07.1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565 0 24575,'-30'0'0,"1"1"0,0 2 0,0 1 0,0 1 0,-37 11 0,52-11 0,1 0 0,-1 1 0,1 0 0,0 1 0,0 1 0,1 0 0,0 1 0,1 0 0,0 1 0,0 0 0,1 0 0,-14 19 0,7-3 0,2 1 0,1 1 0,-21 56 0,18-41 0,11-31 0,0 0 0,-12 16 0,12-19 0,0 0 0,1 1 0,0-1 0,1 1 0,-4 10 0,2 3 0,1 1 0,2 0 0,0 0 0,1 46 0,2-21 0,2 63 0,-2-111 0,0 1 0,1 0 0,-1 0 0,1-1 0,0 1 0,-1 0 0,1-1 0,0 1 0,0-1 0,0 1 0,0-1 0,0 1 0,1-1 0,-1 0 0,0 1 0,1-1 0,-1 0 0,1 0 0,-1 0 0,1 0 0,-1 0 0,1-1 0,0 1 0,-1 0 0,1-1 0,0 1 0,-1-1 0,1 0 0,0 1 0,3-1 0,8 1 0,1-1 0,-1 0 0,18-2 0,-8 0 0,-19 2 0,0 0 0,-1-1 0,1 0 0,0 0 0,-1 0 0,1 0 0,0 0 0,-1 0 0,0-1 0,1 0 0,-1 0 0,0 0 0,0 0 0,0 0 0,0-1 0,0 1 0,2-4 0,3-4 0,0-1 0,0 0 0,9-19 0,12-18 0,-1 2 0,-23 36 0,1 0 0,-1 1 0,1 0 0,9-9 0,16-17 0,-20 21 0,0 1 0,1 1 0,26-21 0,-33 30 0,-1 0 0,0 0 0,1-1 0,-1 1 0,-1-1 0,1 0 0,0 0 0,-1 0 0,0 0 0,0 0 0,0-1 0,-1 0 0,1 1 0,-1-1 0,0 0 0,2-9 0,-1 3 0,1 0 0,0 0 0,1 1 0,0 0 0,9-12 0,-7 10 0,0-1 0,9-23 0,-4 2 0,-7 23 0,0-1 0,-1 0 0,-1 0 0,0 0 0,-1-1 0,1-17 0,-3 25 9,4-34 321,-3 37-444,-1-1 1,1 1-1,0 0 1,0 0-1,0 0 0,1 0 1,-1 0-1,0 0 1,1 0-1,0 0 0,-1 0 1,1 0-1,0 1 1,2-2-1,14-9-6712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01:25:10.0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378 0 24575,'-2'0'0,"-1"1"0,0-1 0,1 1 0,-1 0 0,1 0 0,-1 0 0,1 0 0,0 0 0,-1 0 0,1 1 0,0-1 0,0 1 0,0-1 0,0 1 0,0 0 0,-3 3 0,-26 38 0,24-33 0,-19 32 0,2 1 0,-34 82 0,-20 101 0,54-155 0,19-54 0,-52 172 0,49-155 0,1 1 0,2 0 0,0 58 0,5-76 0,-1-2 0,2 0 0,0 0 0,4 24 0,-4-34 0,1 0 0,0-1 0,-1 1 0,2 0 0,-1-1 0,0 1 0,1-1 0,0 0 0,0 0 0,0 0 0,1 0 0,-1 0 0,1-1 0,6 6 0,-2-4 0,0 0 0,1-1 0,-1 1 0,1-2 0,0 1 0,0-1 0,0-1 0,0 1 0,18 1 0,4-2 0,53-3 0,-29 0 0,-33-1 0,-1 0 0,1-1 0,-1-1 0,0 0 0,0-2 0,32-14 0,-47 17 0,0 0 0,-1 0 0,0-1 0,0 1 0,0-1 0,0-1 0,0 1 0,-1-1 0,0 1 0,0-1 0,6-9 0,-5 8 0,0 0 0,0 1 0,1-1 0,6-4 0,17-15 0,-21 14 0,1 1 0,1 0 0,0 1 0,0 0 0,1 0 0,0 1 0,18-10 0,-19 12 0,0-1 0,-1 1 0,0-2 0,0 1 0,-1-1 0,0-1 0,-1 1 0,1-1 0,6-13 0,-5 7 0,-1-1 0,-1 0 0,-1 0 0,9-34 0,-8 19 0,6-60 0,-11-173 0,-4 136 0,3 124 0,-1 0 0,0 0 0,0 0 0,0 0 0,-1 0 0,1 0 0,-1 0 0,0 0 0,0 0 0,0 0 0,-1 1 0,1-1 0,-1 1 0,0-1 0,0 1 0,0-1 0,-1 1 0,1 0 0,-1 0 0,-5-4 0,-26-35 0,12 14 0,20 25 0,-1 1 0,0 0 0,0 0 0,0 0 0,0 1 0,0-1 0,0 1 0,-1 0 0,1-1 0,0 1 0,-1 1 0,1-1 0,0 0 0,-1 1 0,1 0 0,-4 0 0,2 0 0,0-1 0,0 1 0,0-1 0,0 0 0,1 0 0,-1-1 0,-8-3 0,5 1 0,0 0 0,0 1 0,0 0 0,-1 1 0,0 0 0,1 0 0,-1 0 0,-14 1 0,-3 0 0,-43 5 0,61-2 0,-1-1 0,0 1 0,1 1 0,-1 0 0,1 0 0,-10 5 0,15-6 0,0-1 0,-1 1 0,1 0 0,0 0 0,0 1 0,0-1 0,0 1 0,0-1 0,0 1 0,1 0 0,-1 0 0,1 0 0,0 0 0,0 1 0,0-1 0,-1 5 0,1-3 0,1 0 0,0-1 0,-1 1 0,0-1 0,0 0 0,0 0 0,-1 0 0,0 0 0,1 0 0,-1 0 0,0-1 0,-1 1 0,1-1 0,-6 4 0,-3 5 59,0 1 0,-18 25 0,8-9-1601,1-5-5284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EC372-58AC-4605-B800-8D06B3BDACB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EB7E5-B2BD-4F94-B46A-A02FE766D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63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33B4A-B005-47CC-9F2C-AC6508ECA6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25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6766-357F-79F7-7D07-F22388C11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B26A8-BE57-166E-871D-AD2CB49D6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835C3-2C86-F069-E6B2-332F96C7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56A5-5E9F-456C-8A5E-D4575C328C8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614EA-556F-96B8-1CE7-D103B9A40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4B5BF-1BEB-ACB6-AAF7-C424E331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8351-C8BF-4E17-B3E1-87B7F183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20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6EA6-FD44-9E40-B01E-B05D71392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E9052-10D6-52C6-4EE9-A77FAD580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D43D9-4C5C-4FF5-DFEE-FC19332F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56A5-5E9F-456C-8A5E-D4575C328C8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F61D5-D603-FD9C-67C9-72808876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6393A-4082-1270-72B9-4FF325A0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8351-C8BF-4E17-B3E1-87B7F183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9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7AC3-6709-F693-D5AA-DC90A151C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CA1EF-CFA6-25B4-3DBF-4F673820A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27246-0471-4E5D-B7AB-684986E4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56A5-5E9F-456C-8A5E-D4575C328C8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79FA1-E7E8-9787-6D4E-D692775F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F5C58-833A-2A22-4FF3-B9C07DAD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8351-C8BF-4E17-B3E1-87B7F183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45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EFE31-A2C2-C57B-1063-0D1CEC01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BF5A8-7567-E094-1DED-580041F47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DFE85-B3CA-BDE4-7C48-2CE7908AD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98E2E-BB43-C9A2-CC13-A111996CA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56A5-5E9F-456C-8A5E-D4575C328C8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0452B-4EC0-C2CA-0A90-02C6EF2B7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70CBA-A1D9-BDEE-0A72-D36CF1AC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8351-C8BF-4E17-B3E1-87B7F183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90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AE3B-162C-1C1F-9B03-7B957A276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69E51-8131-1676-3A80-E91F0A92A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ABB38-906C-3AEB-C110-20EA929DA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B02EC-C488-473E-E39E-7D9389AFDE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599BA-E91F-CF44-D2DB-8500B4534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8562C1-C240-5CDF-FA9A-036FB7AB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56A5-5E9F-456C-8A5E-D4575C328C8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A62D7-F06F-1172-5D26-82303237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DA4863-3CB5-1D29-62FB-A7B95594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8351-C8BF-4E17-B3E1-87B7F183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39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114E7-EB51-BF6B-5AD5-2DBED480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8386C2-501F-8A94-3892-95C330385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56A5-5E9F-456C-8A5E-D4575C328C8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7AD07-844B-21D8-BFE7-4D22A593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BB6B1-A7FC-CFDD-29D0-A9A85EF0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8351-C8BF-4E17-B3E1-87B7F183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6F206-8820-1360-9433-61A01383C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56A5-5E9F-456C-8A5E-D4575C328C8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C69C12-7E72-BF4F-82CF-D52D50AE7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F3FCD-9395-F5B7-4454-18067739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8351-C8BF-4E17-B3E1-87B7F183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9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3CED0-8202-BEA7-0243-EB0844646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C77B-EE2E-296B-B43A-60CC38EED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ADB50-0288-F3D5-D2C2-029B1F7AA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718DC-E898-7025-3C84-3F187E8EC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56A5-5E9F-456C-8A5E-D4575C328C8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BD0F4-9460-E072-0B33-BBEF5EBB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94BC5-BD0E-92D5-323F-46F3D2060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8351-C8BF-4E17-B3E1-87B7F183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5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CBBEE-D677-9D76-53A5-3ADC9E0AD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34359-03CD-90A5-9620-ED3F6748C4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DD44B-668C-A83E-E4C4-D0A477AFC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9D62F-88E6-6F5D-D1D9-0C1F4ADB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56A5-5E9F-456C-8A5E-D4575C328C8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317CD-AC51-1DAD-94EC-81BEC1525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D0394-E669-BA59-B0C6-548B2AFFC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8351-C8BF-4E17-B3E1-87B7F183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4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15294-EE24-B3A7-13BA-DB9D159F4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DE85-A822-CB08-1178-0AB911C2A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A21C2-F266-BA12-9944-114A495A7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56A5-5E9F-456C-8A5E-D4575C328C8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C5143-E4DD-F5A5-8A8D-E097FD5C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C868F-9378-9447-659B-8C1C1903F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8351-C8BF-4E17-B3E1-87B7F183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246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BAEA63-0A82-11E4-1041-DF9CC8066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E1CB0-228C-EB06-BDC4-B8A079C79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EE4F4-EDC5-F393-47DF-7BBBB21F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56A5-5E9F-456C-8A5E-D4575C328C8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152BC-02E4-B116-1255-F118CEBC5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D3664-ED6D-7AD0-7474-6629BA16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8351-C8BF-4E17-B3E1-87B7F183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78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450FD-DB04-7BD4-9242-914BBABB2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26EDD-9C2B-B505-470E-A1AD0F07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806E0-E3FB-CE5F-EEDC-5F25D6E94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556A5-5E9F-456C-8A5E-D4575C328C8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72C5C-A0CB-C7FB-6626-19CED88C19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10C30-224D-1F9D-6531-3589F277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38351-C8BF-4E17-B3E1-87B7F183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9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customXml" Target="../ink/ink1.xml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4401A9-B71A-2289-C944-9CCC7A0BE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399" y="866185"/>
            <a:ext cx="5691177" cy="436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56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F4B35911-260D-E3AC-4155-387E800835A0}"/>
              </a:ext>
            </a:extLst>
          </p:cNvPr>
          <p:cNvSpPr/>
          <p:nvPr/>
        </p:nvSpPr>
        <p:spPr>
          <a:xfrm>
            <a:off x="949539" y="2485147"/>
            <a:ext cx="190189" cy="1114581"/>
          </a:xfrm>
          <a:prstGeom prst="up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B0BF96-FCB7-1BC6-9C0D-4E9ED26B9501}"/>
              </a:ext>
            </a:extLst>
          </p:cNvPr>
          <p:cNvSpPr txBox="1"/>
          <p:nvPr/>
        </p:nvSpPr>
        <p:spPr>
          <a:xfrm>
            <a:off x="1631797" y="464015"/>
            <a:ext cx="1321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  <a:p>
            <a:r>
              <a:rPr lang="en-US" sz="2000" b="1" dirty="0" err="1"/>
              <a:t>Disocyte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266517-2B86-2ADD-38FF-D69768FF21EA}"/>
              </a:ext>
            </a:extLst>
          </p:cNvPr>
          <p:cNvSpPr txBox="1"/>
          <p:nvPr/>
        </p:nvSpPr>
        <p:spPr>
          <a:xfrm>
            <a:off x="3291242" y="464015"/>
            <a:ext cx="1686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  <a:p>
            <a:r>
              <a:rPr lang="en-US" sz="2000" b="1" dirty="0" err="1"/>
              <a:t>Stomatocyte</a:t>
            </a:r>
            <a:endParaRPr lang="en-US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B2A038-55F5-5A88-926B-FCB27600268E}"/>
              </a:ext>
            </a:extLst>
          </p:cNvPr>
          <p:cNvSpPr txBox="1"/>
          <p:nvPr/>
        </p:nvSpPr>
        <p:spPr>
          <a:xfrm>
            <a:off x="7096170" y="464015"/>
            <a:ext cx="1389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  <a:p>
            <a:r>
              <a:rPr lang="en-US" sz="2000" b="1" dirty="0" err="1"/>
              <a:t>Echino</a:t>
            </a:r>
            <a:endParaRPr lang="en-US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AEA85F-FE85-C689-FFD3-F997C2179DDC}"/>
              </a:ext>
            </a:extLst>
          </p:cNvPr>
          <p:cNvSpPr txBox="1"/>
          <p:nvPr/>
        </p:nvSpPr>
        <p:spPr>
          <a:xfrm>
            <a:off x="55545" y="1907546"/>
            <a:ext cx="1792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Unpolymerized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47E5F4-FA73-65AD-7EC0-EBC3CE9840C7}"/>
              </a:ext>
            </a:extLst>
          </p:cNvPr>
          <p:cNvSpPr txBox="1"/>
          <p:nvPr/>
        </p:nvSpPr>
        <p:spPr>
          <a:xfrm>
            <a:off x="5083760" y="464015"/>
            <a:ext cx="1966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  <a:p>
            <a:r>
              <a:rPr lang="en-US" sz="2000" b="1" dirty="0"/>
              <a:t>Reticulocyte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C0D425-44A5-8935-1E99-4631E76E77F9}"/>
              </a:ext>
            </a:extLst>
          </p:cNvPr>
          <p:cNvSpPr txBox="1"/>
          <p:nvPr/>
        </p:nvSpPr>
        <p:spPr>
          <a:xfrm>
            <a:off x="1713285" y="4960817"/>
            <a:ext cx="1906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Spherical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rgbClr val="7030A0"/>
                </a:solidFill>
              </a:rPr>
              <a:t>Smooth 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</a:rPr>
              <a:t>Oval </a:t>
            </a:r>
            <a:r>
              <a:rPr lang="en-US" b="1" i="0" dirty="0">
                <a:solidFill>
                  <a:srgbClr val="7030A0"/>
                </a:solidFill>
                <a:effectLst/>
                <a:latin typeface="Google Sans"/>
              </a:rPr>
              <a:t>&lt;</a:t>
            </a:r>
            <a:r>
              <a:rPr lang="en-US" b="1" i="0" u="sng" dirty="0">
                <a:solidFill>
                  <a:srgbClr val="7030A0"/>
                </a:solidFill>
                <a:effectLst/>
                <a:latin typeface="Google Sans"/>
              </a:rPr>
              <a:t> 1.5</a:t>
            </a:r>
            <a:endParaRPr lang="en-US" b="1" u="sng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A1FF16-8F95-50FE-DC57-1194BB65FD5B}"/>
              </a:ext>
            </a:extLst>
          </p:cNvPr>
          <p:cNvSpPr txBox="1"/>
          <p:nvPr/>
        </p:nvSpPr>
        <p:spPr>
          <a:xfrm>
            <a:off x="3481904" y="4960817"/>
            <a:ext cx="1810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 “coffee-bean”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Bowl-shaped cells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2711F3-51EF-9531-6A0A-23B8424317B1}"/>
              </a:ext>
            </a:extLst>
          </p:cNvPr>
          <p:cNvSpPr txBox="1"/>
          <p:nvPr/>
        </p:nvSpPr>
        <p:spPr>
          <a:xfrm>
            <a:off x="9789840" y="4960817"/>
            <a:ext cx="2313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Irreversibly sicked cells (ISCs)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Aspect ratio ≥ 1.5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F16CB7-B733-1617-2156-1CE1CEBF1863}"/>
              </a:ext>
            </a:extLst>
          </p:cNvPr>
          <p:cNvSpPr txBox="1"/>
          <p:nvPr/>
        </p:nvSpPr>
        <p:spPr>
          <a:xfrm>
            <a:off x="464606" y="5099316"/>
            <a:ext cx="1167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Category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9B7CAC-B2C0-0B5D-2147-FFE2B0C010F3}"/>
              </a:ext>
            </a:extLst>
          </p:cNvPr>
          <p:cNvSpPr txBox="1"/>
          <p:nvPr/>
        </p:nvSpPr>
        <p:spPr>
          <a:xfrm>
            <a:off x="276018" y="3807811"/>
            <a:ext cx="1792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Polymerized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5B6DA-4A8D-DEAD-76B9-8B5494B71BAA}"/>
              </a:ext>
            </a:extLst>
          </p:cNvPr>
          <p:cNvSpPr txBox="1"/>
          <p:nvPr/>
        </p:nvSpPr>
        <p:spPr>
          <a:xfrm>
            <a:off x="8795647" y="464015"/>
            <a:ext cx="1389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</a:t>
            </a:r>
          </a:p>
          <a:p>
            <a:r>
              <a:rPr lang="en-US" sz="2000" b="1" dirty="0"/>
              <a:t>Granular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7E274-B782-CB4C-7926-07FFD2457EBC}"/>
              </a:ext>
            </a:extLst>
          </p:cNvPr>
          <p:cNvSpPr txBox="1"/>
          <p:nvPr/>
        </p:nvSpPr>
        <p:spPr>
          <a:xfrm>
            <a:off x="10622674" y="464015"/>
            <a:ext cx="1389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</a:t>
            </a:r>
          </a:p>
          <a:p>
            <a:r>
              <a:rPr lang="en-US" sz="2000" b="1" dirty="0"/>
              <a:t>ISC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D792-7CCA-DEAA-A6AE-7476DB86E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02" y="1424540"/>
            <a:ext cx="838317" cy="11241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5DCDF9-296E-36D3-54C8-9213EB493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5157" y="3261508"/>
            <a:ext cx="704948" cy="10674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9B8B7A-C87D-F6D3-BFC0-5983AC7E3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1418" y="1601606"/>
            <a:ext cx="1028844" cy="981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62D99E-0C9F-C3C6-D0B7-EAAEBD67C0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8835" y="3554531"/>
            <a:ext cx="832224" cy="9466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CCD8EF5-DE8C-3DC5-7785-B0B06C5DE2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9980" y="1624037"/>
            <a:ext cx="885949" cy="8097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835970-5CD6-09C7-2CF2-7D67D2C45D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4737" y="3467976"/>
            <a:ext cx="952633" cy="91452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97AFC91-82E3-F7E1-474F-FB12376376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1163" y="1550730"/>
            <a:ext cx="1105054" cy="98121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561DE3D-3C75-CA97-7201-804766ED65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5051" y="3429000"/>
            <a:ext cx="1105054" cy="87837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009AAF0-8D2C-7A56-8584-26981147A6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591644">
            <a:off x="5323500" y="1536814"/>
            <a:ext cx="942344" cy="96671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CD372B9-60F4-10DF-FC43-4EDBFCBE7D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1592" y="3334441"/>
            <a:ext cx="716924" cy="99899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F27DE11-D204-29D4-585C-DF4C9A55D6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0144" y="1598637"/>
            <a:ext cx="939696" cy="80973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1D1FEBE-915A-D29D-2237-CED7417A429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48244" y="3513603"/>
            <a:ext cx="910192" cy="79377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705092F-F751-F8DB-E967-88342764311E}"/>
              </a:ext>
            </a:extLst>
          </p:cNvPr>
          <p:cNvSpPr txBox="1"/>
          <p:nvPr/>
        </p:nvSpPr>
        <p:spPr>
          <a:xfrm>
            <a:off x="5203870" y="4960817"/>
            <a:ext cx="1810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wrinked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1239E9-CB9E-704C-0529-61B954DEB0EC}"/>
              </a:ext>
            </a:extLst>
          </p:cNvPr>
          <p:cNvSpPr txBox="1"/>
          <p:nvPr/>
        </p:nvSpPr>
        <p:spPr>
          <a:xfrm>
            <a:off x="6717412" y="4960817"/>
            <a:ext cx="1810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C8F00"/>
                </a:solidFill>
              </a:rPr>
              <a:t> protrusion &gt;2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486738-257C-04B5-7EB9-A7D3DF1E9D4A}"/>
              </a:ext>
            </a:extLst>
          </p:cNvPr>
          <p:cNvSpPr txBox="1"/>
          <p:nvPr/>
        </p:nvSpPr>
        <p:spPr>
          <a:xfrm>
            <a:off x="8248410" y="4960817"/>
            <a:ext cx="1810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zigzag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flat surface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39FB0D-2393-0BA5-3326-6667862FE03C}"/>
              </a:ext>
            </a:extLst>
          </p:cNvPr>
          <p:cNvGrpSpPr/>
          <p:nvPr/>
        </p:nvGrpSpPr>
        <p:grpSpPr>
          <a:xfrm>
            <a:off x="11285157" y="2141729"/>
            <a:ext cx="682920" cy="430920"/>
            <a:chOff x="11285157" y="2141729"/>
            <a:chExt cx="682920" cy="43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275AE61-D8D8-F0B7-273E-E4BB58686714}"/>
                    </a:ext>
                  </a:extLst>
                </p14:cNvPr>
                <p14:cNvContentPartPr/>
                <p14:nvPr/>
              </p14:nvContentPartPr>
              <p14:xfrm>
                <a:off x="11285157" y="2172329"/>
                <a:ext cx="231480" cy="302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275AE61-D8D8-F0B7-273E-E4BB5868671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276517" y="2163329"/>
                  <a:ext cx="2491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8B218EE-4BB0-7096-5A0C-63E9FE576D2C}"/>
                    </a:ext>
                  </a:extLst>
                </p14:cNvPr>
                <p14:cNvContentPartPr/>
                <p14:nvPr/>
              </p14:nvContentPartPr>
              <p14:xfrm>
                <a:off x="11646597" y="2141729"/>
                <a:ext cx="321480" cy="430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8B218EE-4BB0-7096-5A0C-63E9FE576D2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637597" y="2132729"/>
                  <a:ext cx="339120" cy="448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93114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Widescreen</PresentationFormat>
  <Paragraphs>27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Google Sans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Jianlu Zheng</dc:creator>
  <cp:lastModifiedBy>Jianlu Zheng</cp:lastModifiedBy>
  <cp:revision>3</cp:revision>
  <dcterms:created xsi:type="dcterms:W3CDTF">2025-08-01T21:12:02Z</dcterms:created>
  <dcterms:modified xsi:type="dcterms:W3CDTF">2025-09-05T21:24:27Z</dcterms:modified>
</cp:coreProperties>
</file>